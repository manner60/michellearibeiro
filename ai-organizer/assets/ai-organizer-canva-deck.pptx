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Losing Your Best AI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Prompts, chats, workflows, ideas — gone when you need them most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Buried chats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Lost prompts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Repeated 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AI Organizer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9" name="Image 0" descr="/root/.openclaw/workspace/michellearibeiro/ai-organizer/images/hero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prompts disappear fast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9222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105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Important chats get buried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6090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79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Good prompts vanish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You rebuild instead of reuse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5" name="Image 0" descr="/root/.openclaw/workspace/michellearibeiro/ai-organizer/images/prompts-libr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costs more than time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breaks momentum and makes AI feel harder than it should.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When your best work is hard to find, AI stops feeling efficient.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8" name="Image 0" descr="/root/.openclaw/workspace/michellearibeiro/ai-organizer/images/search-fun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all your AI work lived in one place?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Searchable. Organized. Reusable.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Searchable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18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Organized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330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Reusable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3" name="Image 0" descr="/root/.openclaw/workspace/michellearibeiro/ai-organizer/images/workspace-or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AI Organizer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central workspace for prompts, chats, notes, and workflows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system for everything you create with AI.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8" name="Image 0" descr="/root/.openclaw/workspace/michellearibeiro/ai-organizer/images/hero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everything worth keeping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prompts and conversations from ChatGPT, Claude, Gemini, Perplexity, and more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237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ChatGPT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5237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Claude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924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3246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3924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Perplexity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5" name="Image 0" descr="/root/.openclaw/workspace/michellearibeiro/ai-organizer/images/cross-platf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what you need instantly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prompts, notes, and even long conversations fast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Search your AI work...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Instant results. No digging.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0" name="Image 0" descr="/root/.openclaw/workspace/michellearibeiro/ai-organizer/images/search-fun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it your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Workspaces, folders, subfolders, and tags that fit how you actually work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Workspaces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2194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3865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Folders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00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Subfolders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17520" y="3108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300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Tags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5" name="Image 0" descr="/root/.openclaw/workspace/michellearibeiro/ai-organizer/images/workspace-fold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prompts in one click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copying, pasting, or switching tabs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Save once. Reuse anytime.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Build a library of prompts that keeps paying you back.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9" name="Image 0" descr="/root/.openclaw/workspace/michellearibeiro/ai-organizer/images/prompt-re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chaos. More momentum.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2A1418"/>
          </a:solidFill>
          <a:ln w="12700">
            <a:solidFill>
              <a:srgbClr val="703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82880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123126"/>
          </a:solidFill>
          <a:ln w="12700">
            <a:solidFill>
              <a:srgbClr val="1E5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5A5"/>
                </a:solidFill>
              </a:rPr>
              <a:t>Before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Buried chats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Lost prompts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Repeated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6EFAC"/>
                </a:solidFill>
              </a:rPr>
              <a:t>After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476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Saved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Searchable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Reusable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9144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2" name="Image 0" descr="/root/.openclaw/workspace/michellearibeiro/ai-organizer/images/workspace-or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1024128"/>
            <a:ext cx="4718304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people who actually use AI to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Solopreneurs, marketers, freelancers, and creators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87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Solopreneurs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17520" y="22860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487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01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Freelancers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32004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51722"/>
          </a:solidFill>
          <a:ln w="12700">
            <a:solidFill>
              <a:srgbClr val="404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401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Creators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5" name="Image 0" descr="/root/.openclaw/workspace/michellearibeiro/ai-organizer/images/hero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your best AI work a permanent home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D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it. Search it. Reuse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626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110C"/>
                </a:solidFill>
              </a:rPr>
              <a:t>Get AI Organizer 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Stop rebuilding work you already did.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83680" y="731520"/>
            <a:ext cx="4937760" cy="5303520"/>
          </a:xfrm>
          <a:prstGeom prst="roundRect">
            <a:avLst>
              <a:gd name="adj" fmla="val 2222"/>
            </a:avLst>
          </a:prstGeom>
          <a:solidFill>
            <a:srgbClr val="151722"/>
          </a:solidFill>
          <a:ln w="12700">
            <a:solidFill>
              <a:srgbClr val="2A2F45"/>
            </a:solidFill>
            <a:prstDash val="solid"/>
          </a:ln>
        </p:spPr>
      </p:sp>
      <p:pic>
        <p:nvPicPr>
          <p:cNvPr id="10" name="Image 0" descr="/root/.openclaw/workspace/michellearibeiro/ai-organizer/images/hero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841248"/>
            <a:ext cx="4718304" cy="5084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Michelle Ribeiro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Organizer Canva VSL Deck</dc:title>
  <dc:subject>AI Organizer short VSL deck</dc:subject>
  <dc:creator>OpenClaw</dc:creator>
  <cp:lastModifiedBy>OpenClaw</cp:lastModifiedBy>
  <cp:revision>1</cp:revision>
  <dcterms:created xsi:type="dcterms:W3CDTF">2026-05-21T16:13:08Z</dcterms:created>
  <dcterms:modified xsi:type="dcterms:W3CDTF">2026-05-21T16:13:08Z</dcterms:modified>
</cp:coreProperties>
</file>